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MF Capstone - Starter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Rolling Sharpe Chart</a:t>
            </a:r>
          </a:p>
        </p:txBody>
      </p:sp>
      <p:pic>
        <p:nvPicPr>
          <p:cNvPr id="3" name="Picture 2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Nav Trend Analysis</a:t>
            </a:r>
          </a:p>
        </p:txBody>
      </p:sp>
      <p:pic>
        <p:nvPicPr>
          <p:cNvPr id="3" name="Picture 2" descr="01_nav_tren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5269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Sip Inflow Timeseries</a:t>
            </a:r>
          </a:p>
        </p:txBody>
      </p:sp>
      <p:pic>
        <p:nvPicPr>
          <p:cNvPr id="3" name="Picture 2" descr="03_sip_inflow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5269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